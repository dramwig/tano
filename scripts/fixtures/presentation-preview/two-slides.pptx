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tano-second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tano-second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78719B-2B77-08D8-4881-2B0A22CB2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E9DAE1-324A-C0D2-9911-95E96C2A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C08BB4-5569-0727-B487-55D82EBB7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44383-0939-3AE3-578D-7C7818D59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9FF7C-C411-1374-63DC-BFF94436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83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36C23-8D3B-2E5A-599F-01145980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0ED19-5704-142A-6C4F-37EDC298B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63ED1-EEC5-530A-8D8C-EC597AA8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79754B-9BC5-9E83-F823-9E54C15B0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783B7-6A09-117F-CE07-63800CBA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54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88DBC-820F-2219-5F01-BA22959C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1A458B-C4E3-1B70-F88E-FDB2C8B73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4DE7C-82A8-18FD-70A0-EF620296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226767-34D5-0A18-8462-8366BCF0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F7C41-1EBE-0892-B2E7-1F397C90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1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6055E-EE2E-ECAA-D2F3-6C7358BA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1B3F7D-43E9-BC6A-59B1-78DAB997F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705E6B-51D6-CA2C-85F6-B8E5F9E91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2809C-8494-E1A6-08D9-59687F06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768785-C462-8710-7BE8-7075F00A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0616AE-5C78-7F90-E40E-505D3895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83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22F1E2-E0A6-CCEB-EDC5-51141704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46CF35-A2C6-E26E-AA6F-1796FEE97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E20875-FF11-DD62-AB29-D969CE387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5AD7DB-7715-AF35-F277-F020AC4DF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D33FED-1842-EE93-622A-D3A371B15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95964C-42F7-30F6-7F80-946B25C7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5CAE70-4EBF-0FEA-8668-53B10C9F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5D273D-E8B0-8CD5-4C99-EC6A527A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19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648C2-8192-AABD-E371-8B002DEA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8C3DEC-EAF3-4020-39E0-03F24546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6B0821-FA13-FF56-3316-FEE9C27C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037A8A-9403-D72F-98D3-C3D8C141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03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0E538B-5D44-28EE-5DB9-A09EFB45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FA4FA9-7E02-46B0-9C45-77CBDBE7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4E2E3-DB16-6AD5-7458-F737D1079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17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80E66-5A9A-8600-B7CF-386A1BF2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4A19C6-8A51-16A8-BC1B-30C8ABE45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DA678F-9911-0A2B-F4D8-FA9B006A9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8F478B-97A3-A06D-C3EB-78B5466C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4EEDCD-D7A6-601E-00AA-91C48A68D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2290D1-80BC-1C6D-7B04-58ADCDE8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06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E8F9-07E5-9E82-6B2A-DDD192DE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96DCE0-72A5-88AE-01C1-BA3084D88C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B83549-E136-D70A-7CE7-30B9765B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497B09-3F3B-05C7-E7BB-D28665E3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9A47DD-FAAC-8105-70D9-E0A91199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2B9F71-18E6-0E60-7F03-334F76EE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501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39D9F-6D38-0AFF-62E7-5AA3E08E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15256F-52A8-516A-B44F-6E2D7A285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05EFCA-025B-0156-80FC-B926D17C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17E69-D739-4C87-FB29-1C690B00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B7BC63-B849-DFDE-85E8-08470A25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6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B6843C-463E-DA7D-4B15-85297D338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6D0B2E-6B71-DD40-3032-BEF09FD35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FC2B3-7BD4-A17E-E75A-16A14EC9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FBDB0E-46C3-8335-5AA0-2BB8A621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57D72-360F-37A0-4220-8EAC3A51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37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45E160-D78D-C05A-FE7E-95A79EEA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365EEA-8601-40B4-29DD-4E70A279E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28815-6D48-C93B-566A-A5A13B02B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F47CB-4790-45CD-8DF0-78FB9372E22F}" type="datetimeFigureOut">
              <a:rPr lang="zh-CN" altLang="en-US" smtClean="0"/>
              <a:t>2026/10/31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62795-88EA-111C-007A-6CBFD3FCF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A665D-4D79-C588-1AB1-B72915F1A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B61C1-1F9E-4FCA-8451-EBC11B5A03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75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53150D-05C5-5541-022A-6BE8D19FE463}"/>
              </a:ext>
            </a:extLst>
          </p:cNvPr>
          <p:cNvSpPr txBox="1"/>
          <p:nvPr/>
        </p:nvSpPr>
        <p:spPr>
          <a:xfrm>
            <a:off x="2159000" y="1143000"/>
            <a:ext cx="444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200" i="1">
                <a:solidFill>
                  <a:srgbClr val="008000"/>
                </a:solidFill>
              </a:rPr>
              <a:t>Original layout test</a:t>
            </a:r>
            <a:endParaRPr lang="zh-CN" altLang="en-US" sz="3200" i="1">
              <a:solidFill>
                <a:srgbClr val="008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1C4AA37-83E0-FD5A-4C23-F30217E50A8E}"/>
              </a:ext>
            </a:extLst>
          </p:cNvPr>
          <p:cNvSpPr/>
          <p:nvPr/>
        </p:nvSpPr>
        <p:spPr>
          <a:xfrm>
            <a:off x="889000" y="3175000"/>
            <a:ext cx="2286000" cy="1143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036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53150D-05C5-5541-022A-6BE8D19FE463}"/>
              </a:ext>
            </a:extLst>
          </p:cNvPr>
          <p:cNvSpPr txBox="1"/>
          <p:nvPr/>
        </p:nvSpPr>
        <p:spPr>
          <a:xfrm>
            <a:off x="2159000" y="1143000"/>
            <a:ext cx="444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200" i="1">
                <a:solidFill>
                  <a:srgbClr val="008000"/>
                </a:solidFill>
              </a:rPr>
              <a:t>Second slide</a:t>
            </a:r>
            <a:endParaRPr lang="zh-CN" altLang="en-US" sz="3200" i="1">
              <a:solidFill>
                <a:srgbClr val="008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1C4AA37-83E0-FD5A-4C23-F30217E50A8E}"/>
              </a:ext>
            </a:extLst>
          </p:cNvPr>
          <p:cNvSpPr/>
          <p:nvPr/>
        </p:nvSpPr>
        <p:spPr>
          <a:xfrm>
            <a:off x="889000" y="3175000"/>
            <a:ext cx="2286000" cy="1143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03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梓翕 王</dc:creator>
  <cp:lastModifiedBy>梓翕 王</cp:lastModifiedBy>
  <cp:revision>1</cp:revision>
  <dcterms:created xsi:type="dcterms:W3CDTF">2026-10-31T13:15:33Z</dcterms:created>
  <dcterms:modified xsi:type="dcterms:W3CDTF">2026-10-31T13:15:33Z</dcterms:modified>
</cp:coreProperties>
</file>